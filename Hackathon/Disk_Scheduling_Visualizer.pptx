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Cylinders moved</c:v>
                </c:pt>
              </c:strCache>
            </c:strRef>
          </c:tx>
          <c:spPr>
            <a:solidFill>
              <a:srgbClr val="1FA2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FCFS</c:v>
                  </c:pt>
                  <c:pt idx="1">
                    <c:v>C-SCAN</c:v>
                  </c:pt>
                  <c:pt idx="2">
                    <c:v>C-LOOK</c:v>
                  </c:pt>
                  <c:pt idx="3">
                    <c:v>SSTF</c:v>
                  </c:pt>
                  <c:pt idx="4">
                    <c:v>SCAN</c:v>
                  </c:pt>
                  <c:pt idx="5">
                    <c:v>LOOK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640</c:v>
                </c:pt>
                <c:pt idx="1">
                  <c:v>382</c:v>
                </c:pt>
                <c:pt idx="2">
                  <c:v>322</c:v>
                </c:pt>
                <c:pt idx="3">
                  <c:v>236</c:v>
                </c:pt>
                <c:pt idx="4">
                  <c:v>236</c:v>
                </c:pt>
                <c:pt idx="5">
                  <c:v>208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</c:scaling>
        <c:delete val="0"/>
        <c:axPos val="l"/>
        <c:majorGridlines>
          <c:spPr>
            <a:ln w="6350" cap="flat">
              <a:solidFill>
                <a:srgbClr val="D5DE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109728" cy="137160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17373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Scheduling Algorithm Visualizer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788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how the OS orders disk requests, step by step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429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2520080015 - V.Hari Priya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2520080068 - M.Sai Harika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A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 |  Mini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Disk Scheduling?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548640" cy="64008"/>
          </a:xfrm>
          <a:prstGeom prst="rect">
            <a:avLst/>
          </a:prstGeom>
          <a:solidFill>
            <a:srgbClr val="1FA2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945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processes send I/O requests to different cylinders. Moving the read/write head is the slowest part of a disk access.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508760"/>
            <a:ext cx="548640" cy="64008"/>
          </a:xfrm>
          <a:prstGeom prst="rect">
            <a:avLst/>
          </a:prstGeom>
          <a:solidFill>
            <a:srgbClr val="1FA2A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691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945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requests to cut total seek time and head movement, while keeping waiting fair.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508760"/>
            <a:ext cx="548640" cy="64008"/>
          </a:xfrm>
          <a:prstGeom prst="rect">
            <a:avLst/>
          </a:prstGeom>
          <a:solidFill>
            <a:srgbClr val="1FA2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63640" y="1691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1945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time, rotational latency, total head movement, throughput and fairness (starvation).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Covered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0"/>
                <a:gridCol w="3108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A2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A2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A2A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FCFS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Serves requests in arrival order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Fair, but long seeks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SSTF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Picks the nearest cylinder next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can starve far requests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Sweeps to one end, then reverses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spread; end-biased wait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C-SCAN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Sweeps one way, jumps back to start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uniform wait times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 SCAN, but reverses at last request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wasted travel to the 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C-LOOK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 C-SCAN, jumps from last request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and uniform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Total Head Movement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Queue: 98, 183, 37, 122, 14, 124, 65, 67   |   Head at 53   |   Cylinders 0-199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25880"/>
          <a:ext cx="55778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309360" y="1463040"/>
            <a:ext cx="2377440" cy="3017520"/>
          </a:xfrm>
          <a:prstGeom prst="roundRect">
            <a:avLst>
              <a:gd name="adj" fmla="val 3846"/>
            </a:avLst>
          </a:prstGeom>
          <a:solidFill>
            <a:srgbClr val="0F2A4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92240" y="1645920"/>
            <a:ext cx="2011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 moves the head 640 cylinders. LOOK needs only 208, about 67% less. SCAN here assumes a downward start.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Visualizer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73152" cy="822960"/>
          </a:xfrm>
          <a:prstGeom prst="rect">
            <a:avLst/>
          </a:prstGeom>
          <a:solidFill>
            <a:srgbClr val="1FA2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panel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554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request queue, head position and disk size; choose direction.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234440"/>
            <a:ext cx="73152" cy="822960"/>
          </a:xfrm>
          <a:prstGeom prst="rect">
            <a:avLst/>
          </a:prstGeom>
          <a:solidFill>
            <a:srgbClr val="1FA2A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picker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554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FCFS, SSTF, SCAN, C-SCAN, LOOK or C-LOOK.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14600"/>
            <a:ext cx="73152" cy="822960"/>
          </a:xfrm>
          <a:prstGeom prst="rect">
            <a:avLst/>
          </a:prstGeom>
          <a:solidFill>
            <a:srgbClr val="1FA2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head path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834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moves across the cylinder track with each served request highlighted.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37744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514600"/>
            <a:ext cx="73152" cy="822960"/>
          </a:xfrm>
          <a:prstGeom prst="rect">
            <a:avLst/>
          </a:prstGeom>
          <a:solidFill>
            <a:srgbClr val="1FA2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3776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metrics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2834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seek distance, average seek and service order shown instantly.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794760"/>
            <a:ext cx="73152" cy="822960"/>
          </a:xfrm>
          <a:prstGeom prst="rect">
            <a:avLst/>
          </a:prstGeom>
          <a:solidFill>
            <a:srgbClr val="1FA2A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3749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114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all algorithms on one chart to see which wins.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365760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794760"/>
            <a:ext cx="73152" cy="822960"/>
          </a:xfrm>
          <a:prstGeom prst="rect">
            <a:avLst/>
          </a:prstGeom>
          <a:solidFill>
            <a:srgbClr val="1FA2A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937760" y="3749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control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937760" y="4114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Play, pause, step and adjust animation speed.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0F2A4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30352" y="169164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20116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48840" y="164592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1FA2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221992" y="169164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queue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0116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840480" y="164592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0F2A4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913632" y="169164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chosen algorithm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0116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532120" y="164592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1FA2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05272" y="169164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service order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20116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223760" y="164592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0F2A4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96912" y="169164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 and show metrics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</a:t>
            </a:r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and JavaScript (Canvas / SVG) for the animation; each algorithm is a function that returns the ordered list of cylinders visited.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7863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makes seek behaviour easy to understand and compare.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SSTF, SCAN and LOOK variants greatly reduce head movement versus FCFS.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lower seek time versus fairness and starvation.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add SSD scheduling, request priorities and exportable reports.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1737360"/>
            <a:ext cx="1097280" cy="73152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F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2026-10-17T05:26:11Z</dcterms:created>
  <dcterms:modified xsi:type="dcterms:W3CDTF">2026-10-17T05:26:11Z</dcterms:modified>
</cp:coreProperties>
</file>